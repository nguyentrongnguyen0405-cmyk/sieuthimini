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9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2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5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12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9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7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0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9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1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56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CA70F-096A-4392-B7C1-91A83B04DDF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ABC3D-AB8C-463B-8CE7-B91A46D0D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6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smtClean="0"/>
              <a:t>Bao Cao Bai Tap Lon
Cong Nghe Phan Mem</a:t>
            </a:r>
            <a:endParaRPr lang="en-US" sz="32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smtClean="0"/>
              <a:t>He thong POS &amp; Cua hang Truc tuyen MiniMart POS
Lop: 23DTHC5 - 23DTHC4
Nhom: [Ten nhom]
- [Ho ten 1] - Truong nhom
- [Ho ten 2] - Thanh vien
- [Ho ten 3] - Thanh vien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7613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b="1" smtClean="0"/>
              <a:t>Thuc Trang &amp; Noi Dau Nganh Ban Le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Thanh toan un tac: Quay thu ngan thu cong de sai sot khi dong khach.
Ton kho mat kiem soat: Khong nam bat duoc so luong hang thuc te theo thoi gian thuc.
Rao can thanh toan QR: Khach phai tu nhap so tien, so tai khoan, de sai so.
Thieu cham soc thanh vien: Khong tu dong hoa tich diem va chiet khau VIP/Gold/Silver.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3436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smtClean="0"/>
              <a:t>MiniMart POS - Giai Phap Chuyen Doi So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Storefront cho Khach hang: Dat mua truc tuyen, VietQR dong tu dong dien tien.
Cashier POS: Ban hang tai quay sieu toc, tinh tien thoi lai tu dong.
Quan ly Kho: Them moi/chinh sua san pham truc quan, cap nhat ton kho tuc thi.
Dashboard: Bieu do hoa hoat dong kinh doanh truc quan.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5663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smtClean="0"/>
              <a:t>Phan Tich He Thong - Bieu Do Use Case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Khach hang: Xem san pham, quan ly gio hang, dat hang &amp; thanh toan QR.
Thu ngan: Dang nhap, lap hoa don tai quay, tinh tien, in bien lai.
Quan ly: Bieu do doanh thu, quan ly san pham, dieu phoi kho.
[Chen hinh ve Use Case Diagram vao day]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4900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smtClean="0"/>
              <a:t>Nghiep Vu Dat Hang &amp; VietQR Dong (Activity Diagram)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B1 - Chon hang: Duyet danh muc -&gt; Them vao gio.
B2 - Ap VIP: Nhap SDT -&gt; He thong tu hien thi chiet khau (2%-10%).
B3 - Quet QR: He thong sinh ma QR dong chua chinh xac so tien can tra.
B4 - Duyet don: Du lieu dong bo sang man hinh POS.
[Chen hinh ve Activity Diagram vao day]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83670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smtClean="0"/>
              <a:t>Luong Thanh Toan - Sequence Diagram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Tuong tac giua cac doi tuong:
Khach hang &lt;-&gt; Giao dien Web &lt;-&gt; He thong &lt;-&gt; API VietQR
Web gui yeu cau sinh QR -&gt; Ma hoa thong tin don hang -&gt; VietQR tra ve hinh QR -&gt; Khach quet -&gt; Xac nhan thanh toan.
[Chen hinh ve Sequence Diagram vao day]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46570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smtClean="0"/>
              <a:t>Mo Hinh Co So Du Lieu (ERD)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Products: Ma vach, ten, danh muc, gia ban, ton kho, link anh.
Customers: Phan hang VIP/Vang/Bac, diem tich luy, tong chi tieu.
Invoices: Ma INV-/ONL-, san pham mua, tong tien, phuong thuc thanh toan.
Stock_Entries: Bien dong kho (ai lam, so luong, ghi chu ly do).
[Chen hinh ve ERD vao day]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06679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smtClean="0"/>
              <a:t>Quan Tri Du An Agile/Scrum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Epic 1: eCommerce Storefront - Dat hang online, VIP, VietQR.
Epic 2: Cashier POS - Ban hang tai quay, tinh tien thua, in bien lai.
Epic 3: Inventory Admin - Quan ly ton kho, Visual Image Editor.
Quy trinh: Phan ra User Stories va Tasks trong Sprint.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64921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smtClean="0"/>
              <a:t>Cong Nghe &amp; Git Workflow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Tech Stack: HTML5, CSS3, Vanilla JS Module, localStorage.
Git Workflow:
- Fork du an -&gt; Clone ve local
- Tao nhanh: git checkout -b feature/ten-tinh-nang
- Lap trinh -&gt; Commit -&gt; Push
- Tao Pull Request -&gt; Review -&gt; Merge vao Develop
Moi truong: Laragon + Apache tai minimart-pos.test:8000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29148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smtClean="0"/>
              <a:t>Demo Giao Dien Khach Hang (Storefront)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[Chen hinh Cua hang Storefront online]
Giao dien Glassmorphism Dark mode sang trong.
Tich hop gio hang va sinh ma QR dong.
[Chen hinh Gio hang &amp; Thanh toan QR]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01911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b="1" smtClean="0"/>
              <a:t>Demo Giao Dien Quan Tri (POS &amp; Dashboard)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[Chen hinh Dashboard, Bieu do doanh thu]
Man hinh thu ngan sieu toc, tinh tien thua tu dong.
Bieu do thong ke chuyen nghiep cho chu cua hang.
[Chen hinh Form san pham voi Preview anh]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08245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smtClean="0"/>
              <a:t>Tong Ket &amp; Dinh Huong Phat Trien</a:t>
            </a: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smtClean="0"/>
              <a:t>Ket qua dat duoc:
- Hoan thanh 100% yeu cau chuc nang.
- Giao dien tham my cao (Dark mode glassmorphism).
- Tuan thu Git, Agile/Scrum nghiem ngat.
Dinh huong tuong lai:
- Tich hop Backend (Laravel/NodeJS).
- Lien ket cong thanh toan that.
CAM ON THAY VA CAC BAN DA LANG NGHE!
Q&amp;A - Moi dat cau hoi.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98580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Bao Cao Bai Tap Lon
Cong Nghe Phan Mem</vt:lpstr>
      <vt:lpstr>Thuc Trang &amp; Noi Dau Nganh Ban Le</vt:lpstr>
      <vt:lpstr>MiniMart POS - Giai Phap Chuyen Doi So</vt:lpstr>
      <vt:lpstr>Phan Tich He Thong - Bieu Do Use Case</vt:lpstr>
      <vt:lpstr>Nghiep Vu Dat Hang &amp; VietQR Dong (Activity Diagram)</vt:lpstr>
      <vt:lpstr>Luong Thanh Toan - Sequence Diagram</vt:lpstr>
      <vt:lpstr>Mo Hinh Co So Du Lieu (ERD)</vt:lpstr>
      <vt:lpstr>Quan Tri Du An Agile/Scrum</vt:lpstr>
      <vt:lpstr>Cong Nghe &amp; Git Workflow</vt:lpstr>
      <vt:lpstr>Demo Giao Dien Khach Hang (Storefront)</vt:lpstr>
      <vt:lpstr>Demo Giao Dien Quan Tri (POS &amp; Dashboard)</vt:lpstr>
      <vt:lpstr>Tong Ket &amp; Dinh Huong Phat Trien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 Cao Bai Tap Lon
Cong Nghe Phan Mem</dc:title>
  <dc:creator>admin</dc:creator>
  <cp:lastModifiedBy>admin</cp:lastModifiedBy>
  <cp:revision>1</cp:revision>
  <dcterms:created xsi:type="dcterms:W3CDTF">2026-05-27T14:16:18Z</dcterms:created>
  <dcterms:modified xsi:type="dcterms:W3CDTF">2026-05-27T14:16:18Z</dcterms:modified>
</cp:coreProperties>
</file>